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66" r:id="rId1"/>
  </p:sldMasterIdLst>
  <p:sldIdLst>
    <p:sldId id="256" r:id="rId2"/>
    <p:sldId id="26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71" r:id="rId12"/>
    <p:sldId id="266" r:id="rId13"/>
    <p:sldId id="272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523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odeep" userId="aea7282cf922fa16" providerId="LiveId" clId="{00A7306C-9DA7-4F1F-91BE-99459A1E7217}"/>
    <pc:docChg chg="undo custSel addSld delSld modSld sldOrd">
      <pc:chgData name="Monodeep" userId="aea7282cf922fa16" providerId="LiveId" clId="{00A7306C-9DA7-4F1F-91BE-99459A1E7217}" dt="2026-06-11T00:19:57.591" v="403"/>
      <pc:docMkLst>
        <pc:docMk/>
      </pc:docMkLst>
      <pc:sldChg chg="addSp delSp modSp mod">
        <pc:chgData name="Monodeep" userId="aea7282cf922fa16" providerId="LiveId" clId="{00A7306C-9DA7-4F1F-91BE-99459A1E7217}" dt="2026-06-11T00:19:57.591" v="403"/>
        <pc:sldMkLst>
          <pc:docMk/>
          <pc:sldMk cId="2460650087" sldId="256"/>
        </pc:sldMkLst>
        <pc:spChg chg="mod">
          <ac:chgData name="Monodeep" userId="aea7282cf922fa16" providerId="LiveId" clId="{00A7306C-9DA7-4F1F-91BE-99459A1E7217}" dt="2026-06-11T00:19:57.591" v="403"/>
          <ac:spMkLst>
            <pc:docMk/>
            <pc:sldMk cId="2460650087" sldId="256"/>
            <ac:spMk id="2" creationId="{BA9A609A-639E-F3DB-5625-8CA1BC7CD137}"/>
          </ac:spMkLst>
        </pc:spChg>
        <pc:spChg chg="mod">
          <ac:chgData name="Monodeep" userId="aea7282cf922fa16" providerId="LiveId" clId="{00A7306C-9DA7-4F1F-91BE-99459A1E7217}" dt="2026-06-11T00:19:57.591" v="403"/>
          <ac:spMkLst>
            <pc:docMk/>
            <pc:sldMk cId="2460650087" sldId="256"/>
            <ac:spMk id="3" creationId="{DE4BD4DE-BF2D-8823-967B-E67DB9058CA3}"/>
          </ac:spMkLst>
        </pc:spChg>
        <pc:spChg chg="add del">
          <ac:chgData name="Monodeep" userId="aea7282cf922fa16" providerId="LiveId" clId="{00A7306C-9DA7-4F1F-91BE-99459A1E7217}" dt="2026-06-10T23:48:49.406" v="114"/>
          <ac:spMkLst>
            <pc:docMk/>
            <pc:sldMk cId="2460650087" sldId="256"/>
            <ac:spMk id="4" creationId="{AE7F22CE-B702-0768-D489-A7AE2C47FF93}"/>
          </ac:spMkLst>
        </pc:spChg>
      </pc:sldChg>
      <pc:sldChg chg="modSp mod">
        <pc:chgData name="Monodeep" userId="aea7282cf922fa16" providerId="LiveId" clId="{00A7306C-9DA7-4F1F-91BE-99459A1E7217}" dt="2026-06-11T00:02:03.076" v="273" actId="113"/>
        <pc:sldMkLst>
          <pc:docMk/>
          <pc:sldMk cId="2170186116" sldId="258"/>
        </pc:sldMkLst>
        <pc:spChg chg="mod">
          <ac:chgData name="Monodeep" userId="aea7282cf922fa16" providerId="LiveId" clId="{00A7306C-9DA7-4F1F-91BE-99459A1E7217}" dt="2026-06-11T00:02:03.076" v="273" actId="113"/>
          <ac:spMkLst>
            <pc:docMk/>
            <pc:sldMk cId="2170186116" sldId="258"/>
            <ac:spMk id="6" creationId="{E23F18C5-00AA-A064-E916-CF18B1E5D4D4}"/>
          </ac:spMkLst>
        </pc:spChg>
        <pc:picChg chg="mod">
          <ac:chgData name="Monodeep" userId="aea7282cf922fa16" providerId="LiveId" clId="{00A7306C-9DA7-4F1F-91BE-99459A1E7217}" dt="2026-06-10T23:27:33.993" v="1" actId="1076"/>
          <ac:picMkLst>
            <pc:docMk/>
            <pc:sldMk cId="2170186116" sldId="258"/>
            <ac:picMk id="5" creationId="{331FA3D7-BF06-4DE2-293B-4D28A624A2AF}"/>
          </ac:picMkLst>
        </pc:picChg>
      </pc:sldChg>
      <pc:sldChg chg="modSp mod">
        <pc:chgData name="Monodeep" userId="aea7282cf922fa16" providerId="LiveId" clId="{00A7306C-9DA7-4F1F-91BE-99459A1E7217}" dt="2026-06-11T00:02:07.781" v="274" actId="113"/>
        <pc:sldMkLst>
          <pc:docMk/>
          <pc:sldMk cId="1723087050" sldId="259"/>
        </pc:sldMkLst>
        <pc:spChg chg="mod">
          <ac:chgData name="Monodeep" userId="aea7282cf922fa16" providerId="LiveId" clId="{00A7306C-9DA7-4F1F-91BE-99459A1E7217}" dt="2026-06-11T00:02:07.781" v="274" actId="113"/>
          <ac:spMkLst>
            <pc:docMk/>
            <pc:sldMk cId="1723087050" sldId="259"/>
            <ac:spMk id="6" creationId="{4762D709-F486-7862-1E4C-877766E896D1}"/>
          </ac:spMkLst>
        </pc:spChg>
      </pc:sldChg>
      <pc:sldChg chg="modSp mod">
        <pc:chgData name="Monodeep" userId="aea7282cf922fa16" providerId="LiveId" clId="{00A7306C-9DA7-4F1F-91BE-99459A1E7217}" dt="2026-06-11T00:02:12.056" v="275" actId="113"/>
        <pc:sldMkLst>
          <pc:docMk/>
          <pc:sldMk cId="1831187145" sldId="260"/>
        </pc:sldMkLst>
        <pc:spChg chg="mod">
          <ac:chgData name="Monodeep" userId="aea7282cf922fa16" providerId="LiveId" clId="{00A7306C-9DA7-4F1F-91BE-99459A1E7217}" dt="2026-06-11T00:02:12.056" v="275" actId="113"/>
          <ac:spMkLst>
            <pc:docMk/>
            <pc:sldMk cId="1831187145" sldId="260"/>
            <ac:spMk id="6" creationId="{24D6FB5C-2C31-3F04-FD80-1B1918D02BE6}"/>
          </ac:spMkLst>
        </pc:spChg>
      </pc:sldChg>
      <pc:sldChg chg="modSp mod">
        <pc:chgData name="Monodeep" userId="aea7282cf922fa16" providerId="LiveId" clId="{00A7306C-9DA7-4F1F-91BE-99459A1E7217}" dt="2026-06-11T00:19:42.220" v="402"/>
        <pc:sldMkLst>
          <pc:docMk/>
          <pc:sldMk cId="2070776542" sldId="261"/>
        </pc:sldMkLst>
        <pc:spChg chg="mod">
          <ac:chgData name="Monodeep" userId="aea7282cf922fa16" providerId="LiveId" clId="{00A7306C-9DA7-4F1F-91BE-99459A1E7217}" dt="2026-06-11T00:19:42.220" v="402"/>
          <ac:spMkLst>
            <pc:docMk/>
            <pc:sldMk cId="2070776542" sldId="261"/>
            <ac:spMk id="2" creationId="{26989AC0-31D1-E2F8-E2AE-723907D34679}"/>
          </ac:spMkLst>
        </pc:spChg>
        <pc:spChg chg="mod">
          <ac:chgData name="Monodeep" userId="aea7282cf922fa16" providerId="LiveId" clId="{00A7306C-9DA7-4F1F-91BE-99459A1E7217}" dt="2026-06-11T00:02:16.731" v="276" actId="113"/>
          <ac:spMkLst>
            <pc:docMk/>
            <pc:sldMk cId="2070776542" sldId="261"/>
            <ac:spMk id="6" creationId="{C5C45EE7-3DCA-7467-3857-3CBD9F6D9F19}"/>
          </ac:spMkLst>
        </pc:spChg>
      </pc:sldChg>
      <pc:sldChg chg="modSp mod">
        <pc:chgData name="Monodeep" userId="aea7282cf922fa16" providerId="LiveId" clId="{00A7306C-9DA7-4F1F-91BE-99459A1E7217}" dt="2026-06-11T00:02:22.923" v="277" actId="113"/>
        <pc:sldMkLst>
          <pc:docMk/>
          <pc:sldMk cId="4044969880" sldId="262"/>
        </pc:sldMkLst>
        <pc:spChg chg="mod">
          <ac:chgData name="Monodeep" userId="aea7282cf922fa16" providerId="LiveId" clId="{00A7306C-9DA7-4F1F-91BE-99459A1E7217}" dt="2026-06-11T00:02:22.923" v="277" actId="113"/>
          <ac:spMkLst>
            <pc:docMk/>
            <pc:sldMk cId="4044969880" sldId="262"/>
            <ac:spMk id="6" creationId="{462FA70E-B5DB-07BD-9B68-E95B7B34625C}"/>
          </ac:spMkLst>
        </pc:spChg>
      </pc:sldChg>
      <pc:sldChg chg="modSp mod">
        <pc:chgData name="Monodeep" userId="aea7282cf922fa16" providerId="LiveId" clId="{00A7306C-9DA7-4F1F-91BE-99459A1E7217}" dt="2026-06-11T00:02:27.547" v="278" actId="113"/>
        <pc:sldMkLst>
          <pc:docMk/>
          <pc:sldMk cId="4285723256" sldId="263"/>
        </pc:sldMkLst>
        <pc:spChg chg="mod">
          <ac:chgData name="Monodeep" userId="aea7282cf922fa16" providerId="LiveId" clId="{00A7306C-9DA7-4F1F-91BE-99459A1E7217}" dt="2026-06-11T00:02:27.547" v="278" actId="113"/>
          <ac:spMkLst>
            <pc:docMk/>
            <pc:sldMk cId="4285723256" sldId="263"/>
            <ac:spMk id="6" creationId="{C4FB9409-E356-492D-A021-7A72A06760A8}"/>
          </ac:spMkLst>
        </pc:spChg>
      </pc:sldChg>
      <pc:sldChg chg="del">
        <pc:chgData name="Monodeep" userId="aea7282cf922fa16" providerId="LiveId" clId="{00A7306C-9DA7-4F1F-91BE-99459A1E7217}" dt="2026-06-10T23:33:44.890" v="41" actId="2696"/>
        <pc:sldMkLst>
          <pc:docMk/>
          <pc:sldMk cId="2558291158" sldId="264"/>
        </pc:sldMkLst>
      </pc:sldChg>
      <pc:sldChg chg="addSp delSp modSp del mod">
        <pc:chgData name="Monodeep" userId="aea7282cf922fa16" providerId="LiveId" clId="{00A7306C-9DA7-4F1F-91BE-99459A1E7217}" dt="2026-06-11T00:15:19.826" v="363" actId="2696"/>
        <pc:sldMkLst>
          <pc:docMk/>
          <pc:sldMk cId="963554212" sldId="265"/>
        </pc:sldMkLst>
        <pc:spChg chg="mod">
          <ac:chgData name="Monodeep" userId="aea7282cf922fa16" providerId="LiveId" clId="{00A7306C-9DA7-4F1F-91BE-99459A1E7217}" dt="2026-06-11T00:14:42.511" v="362"/>
          <ac:spMkLst>
            <pc:docMk/>
            <pc:sldMk cId="963554212" sldId="265"/>
            <ac:spMk id="2" creationId="{6965DCA9-EEB9-522B-82B0-762EB00F7040}"/>
          </ac:spMkLst>
        </pc:spChg>
        <pc:spChg chg="add del mod">
          <ac:chgData name="Monodeep" userId="aea7282cf922fa16" providerId="LiveId" clId="{00A7306C-9DA7-4F1F-91BE-99459A1E7217}" dt="2026-06-11T00:12:55.769" v="303"/>
          <ac:spMkLst>
            <pc:docMk/>
            <pc:sldMk cId="963554212" sldId="265"/>
            <ac:spMk id="3" creationId="{85F1AF68-80ED-A92D-66EB-993C617A097B}"/>
          </ac:spMkLst>
        </pc:spChg>
        <pc:spChg chg="add del mod">
          <ac:chgData name="Monodeep" userId="aea7282cf922fa16" providerId="LiveId" clId="{00A7306C-9DA7-4F1F-91BE-99459A1E7217}" dt="2026-06-10T23:52:56.541" v="163"/>
          <ac:spMkLst>
            <pc:docMk/>
            <pc:sldMk cId="963554212" sldId="265"/>
            <ac:spMk id="4" creationId="{D0CC67DA-BA9C-269D-F9CB-DF474AF15BE0}"/>
          </ac:spMkLst>
        </pc:spChg>
        <pc:spChg chg="add mod">
          <ac:chgData name="Monodeep" userId="aea7282cf922fa16" providerId="LiveId" clId="{00A7306C-9DA7-4F1F-91BE-99459A1E7217}" dt="2026-06-11T00:14:15.270" v="350" actId="20577"/>
          <ac:spMkLst>
            <pc:docMk/>
            <pc:sldMk cId="963554212" sldId="265"/>
            <ac:spMk id="5" creationId="{2C5380D7-B619-3C01-ECE0-547A664722FD}"/>
          </ac:spMkLst>
        </pc:spChg>
      </pc:sldChg>
      <pc:sldChg chg="modSp mod">
        <pc:chgData name="Monodeep" userId="aea7282cf922fa16" providerId="LiveId" clId="{00A7306C-9DA7-4F1F-91BE-99459A1E7217}" dt="2026-06-11T00:19:57.591" v="403"/>
        <pc:sldMkLst>
          <pc:docMk/>
          <pc:sldMk cId="467315399" sldId="266"/>
        </pc:sldMkLst>
        <pc:spChg chg="mod">
          <ac:chgData name="Monodeep" userId="aea7282cf922fa16" providerId="LiveId" clId="{00A7306C-9DA7-4F1F-91BE-99459A1E7217}" dt="2026-06-11T00:19:57.591" v="403"/>
          <ac:spMkLst>
            <pc:docMk/>
            <pc:sldMk cId="467315399" sldId="266"/>
            <ac:spMk id="2" creationId="{C4D1A60B-F974-A003-17DC-B6AFC397C031}"/>
          </ac:spMkLst>
        </pc:spChg>
        <pc:spChg chg="mod">
          <ac:chgData name="Monodeep" userId="aea7282cf922fa16" providerId="LiveId" clId="{00A7306C-9DA7-4F1F-91BE-99459A1E7217}" dt="2026-06-10T23:30:11.863" v="40" actId="20577"/>
          <ac:spMkLst>
            <pc:docMk/>
            <pc:sldMk cId="467315399" sldId="266"/>
            <ac:spMk id="4" creationId="{5644DCB3-F14F-E182-58F2-59DAF046E3FF}"/>
          </ac:spMkLst>
        </pc:spChg>
      </pc:sldChg>
      <pc:sldChg chg="addSp delSp modSp mod">
        <pc:chgData name="Monodeep" userId="aea7282cf922fa16" providerId="LiveId" clId="{00A7306C-9DA7-4F1F-91BE-99459A1E7217}" dt="2026-06-11T00:02:52.172" v="279" actId="1076"/>
        <pc:sldMkLst>
          <pc:docMk/>
          <pc:sldMk cId="1424966205" sldId="267"/>
        </pc:sldMkLst>
        <pc:spChg chg="mod">
          <ac:chgData name="Monodeep" userId="aea7282cf922fa16" providerId="LiveId" clId="{00A7306C-9DA7-4F1F-91BE-99459A1E7217}" dt="2026-06-11T00:02:52.172" v="279" actId="1076"/>
          <ac:spMkLst>
            <pc:docMk/>
            <pc:sldMk cId="1424966205" sldId="267"/>
            <ac:spMk id="2" creationId="{76125E8B-09C8-2292-847A-0D3BC96DC4C4}"/>
          </ac:spMkLst>
        </pc:spChg>
        <pc:spChg chg="add del mod">
          <ac:chgData name="Monodeep" userId="aea7282cf922fa16" providerId="LiveId" clId="{00A7306C-9DA7-4F1F-91BE-99459A1E7217}" dt="2026-06-10T23:48:55.660" v="115"/>
          <ac:spMkLst>
            <pc:docMk/>
            <pc:sldMk cId="1424966205" sldId="267"/>
            <ac:spMk id="3" creationId="{A82AF544-CD63-F5D4-0F25-B6B311177D86}"/>
          </ac:spMkLst>
        </pc:spChg>
        <pc:spChg chg="add del mod">
          <ac:chgData name="Monodeep" userId="aea7282cf922fa16" providerId="LiveId" clId="{00A7306C-9DA7-4F1F-91BE-99459A1E7217}" dt="2026-06-10T23:48:39.597" v="111"/>
          <ac:spMkLst>
            <pc:docMk/>
            <pc:sldMk cId="1424966205" sldId="267"/>
            <ac:spMk id="4" creationId="{1084BC06-CFAA-3CA9-27DD-0A976B57ED36}"/>
          </ac:spMkLst>
        </pc:spChg>
        <pc:spChg chg="add mod">
          <ac:chgData name="Monodeep" userId="aea7282cf922fa16" providerId="LiveId" clId="{00A7306C-9DA7-4F1F-91BE-99459A1E7217}" dt="2026-06-10T23:50:17.775" v="145" actId="20577"/>
          <ac:spMkLst>
            <pc:docMk/>
            <pc:sldMk cId="1424966205" sldId="267"/>
            <ac:spMk id="5" creationId="{CAA7CB3B-6836-57D4-68A1-C170012AE6CD}"/>
          </ac:spMkLst>
        </pc:spChg>
      </pc:sldChg>
      <pc:sldChg chg="addSp delSp modSp mod ord">
        <pc:chgData name="Monodeep" userId="aea7282cf922fa16" providerId="LiveId" clId="{00A7306C-9DA7-4F1F-91BE-99459A1E7217}" dt="2026-06-11T00:05:04.713" v="283"/>
        <pc:sldMkLst>
          <pc:docMk/>
          <pc:sldMk cId="1213969273" sldId="268"/>
        </pc:sldMkLst>
        <pc:spChg chg="mod">
          <ac:chgData name="Monodeep" userId="aea7282cf922fa16" providerId="LiveId" clId="{00A7306C-9DA7-4F1F-91BE-99459A1E7217}" dt="2026-06-10T23:56:13.723" v="202" actId="1076"/>
          <ac:spMkLst>
            <pc:docMk/>
            <pc:sldMk cId="1213969273" sldId="268"/>
            <ac:spMk id="2" creationId="{7A3BEF02-64CB-4CC7-28AD-D14F45A42C64}"/>
          </ac:spMkLst>
        </pc:spChg>
        <pc:spChg chg="del">
          <ac:chgData name="Monodeep" userId="aea7282cf922fa16" providerId="LiveId" clId="{00A7306C-9DA7-4F1F-91BE-99459A1E7217}" dt="2026-06-10T23:54:17.619" v="178"/>
          <ac:spMkLst>
            <pc:docMk/>
            <pc:sldMk cId="1213969273" sldId="268"/>
            <ac:spMk id="3" creationId="{6FB636AF-EC99-0095-4169-2ACD2015D794}"/>
          </ac:spMkLst>
        </pc:spChg>
        <pc:spChg chg="add mod">
          <ac:chgData name="Monodeep" userId="aea7282cf922fa16" providerId="LiveId" clId="{00A7306C-9DA7-4F1F-91BE-99459A1E7217}" dt="2026-06-11T00:01:51.986" v="272" actId="113"/>
          <ac:spMkLst>
            <pc:docMk/>
            <pc:sldMk cId="1213969273" sldId="268"/>
            <ac:spMk id="4" creationId="{8DAAF04E-F785-71BC-6FE7-75D589A1D607}"/>
          </ac:spMkLst>
        </pc:spChg>
      </pc:sldChg>
      <pc:sldChg chg="modSp">
        <pc:chgData name="Monodeep" userId="aea7282cf922fa16" providerId="LiveId" clId="{00A7306C-9DA7-4F1F-91BE-99459A1E7217}" dt="2026-06-11T00:19:57.591" v="403"/>
        <pc:sldMkLst>
          <pc:docMk/>
          <pc:sldMk cId="2110177839" sldId="269"/>
        </pc:sldMkLst>
        <pc:spChg chg="mod">
          <ac:chgData name="Monodeep" userId="aea7282cf922fa16" providerId="LiveId" clId="{00A7306C-9DA7-4F1F-91BE-99459A1E7217}" dt="2026-06-11T00:19:57.591" v="403"/>
          <ac:spMkLst>
            <pc:docMk/>
            <pc:sldMk cId="2110177839" sldId="269"/>
            <ac:spMk id="2" creationId="{D7B9674A-8E90-DD74-47B3-AF8F373EB94F}"/>
          </ac:spMkLst>
        </pc:spChg>
      </pc:sldChg>
      <pc:sldChg chg="modSp mod">
        <pc:chgData name="Monodeep" userId="aea7282cf922fa16" providerId="LiveId" clId="{00A7306C-9DA7-4F1F-91BE-99459A1E7217}" dt="2026-06-11T00:19:57.591" v="403"/>
        <pc:sldMkLst>
          <pc:docMk/>
          <pc:sldMk cId="4191479901" sldId="270"/>
        </pc:sldMkLst>
        <pc:spChg chg="mod">
          <ac:chgData name="Monodeep" userId="aea7282cf922fa16" providerId="LiveId" clId="{00A7306C-9DA7-4F1F-91BE-99459A1E7217}" dt="2026-06-11T00:19:57.591" v="403"/>
          <ac:spMkLst>
            <pc:docMk/>
            <pc:sldMk cId="4191479901" sldId="270"/>
            <ac:spMk id="2" creationId="{430A8D15-6749-AEEF-CB5C-A6F8C842F5C6}"/>
          </ac:spMkLst>
        </pc:spChg>
        <pc:spChg chg="mod">
          <ac:chgData name="Monodeep" userId="aea7282cf922fa16" providerId="LiveId" clId="{00A7306C-9DA7-4F1F-91BE-99459A1E7217}" dt="2026-06-10T23:29:21.928" v="9" actId="2711"/>
          <ac:spMkLst>
            <pc:docMk/>
            <pc:sldMk cId="4191479901" sldId="270"/>
            <ac:spMk id="3" creationId="{8A7FF34B-6BC5-22D4-DCC0-6E330DCF493A}"/>
          </ac:spMkLst>
        </pc:spChg>
      </pc:sldChg>
      <pc:sldChg chg="addSp delSp modSp new mod">
        <pc:chgData name="Monodeep" userId="aea7282cf922fa16" providerId="LiveId" clId="{00A7306C-9DA7-4F1F-91BE-99459A1E7217}" dt="2026-06-10T23:41:39.224" v="108" actId="20577"/>
        <pc:sldMkLst>
          <pc:docMk/>
          <pc:sldMk cId="2626630890" sldId="271"/>
        </pc:sldMkLst>
        <pc:spChg chg="mod">
          <ac:chgData name="Monodeep" userId="aea7282cf922fa16" providerId="LiveId" clId="{00A7306C-9DA7-4F1F-91BE-99459A1E7217}" dt="2026-06-10T23:39:58.105" v="80" actId="1076"/>
          <ac:spMkLst>
            <pc:docMk/>
            <pc:sldMk cId="2626630890" sldId="271"/>
            <ac:spMk id="2" creationId="{33CEC441-55A9-ACDA-EEF0-D84436C1A226}"/>
          </ac:spMkLst>
        </pc:spChg>
        <pc:spChg chg="del mod">
          <ac:chgData name="Monodeep" userId="aea7282cf922fa16" providerId="LiveId" clId="{00A7306C-9DA7-4F1F-91BE-99459A1E7217}" dt="2026-06-10T23:37:59.463" v="76"/>
          <ac:spMkLst>
            <pc:docMk/>
            <pc:sldMk cId="2626630890" sldId="271"/>
            <ac:spMk id="3" creationId="{25C67E20-76D2-80B9-F9DE-C145AC634252}"/>
          </ac:spMkLst>
        </pc:spChg>
        <pc:spChg chg="add mod">
          <ac:chgData name="Monodeep" userId="aea7282cf922fa16" providerId="LiveId" clId="{00A7306C-9DA7-4F1F-91BE-99459A1E7217}" dt="2026-06-10T23:41:39.224" v="108" actId="20577"/>
          <ac:spMkLst>
            <pc:docMk/>
            <pc:sldMk cId="2626630890" sldId="271"/>
            <ac:spMk id="4" creationId="{6764CD6F-8E66-FFC2-4DFF-98739455D580}"/>
          </ac:spMkLst>
        </pc:spChg>
      </pc:sldChg>
      <pc:sldChg chg="addSp delSp modSp new mod">
        <pc:chgData name="Monodeep" userId="aea7282cf922fa16" providerId="LiveId" clId="{00A7306C-9DA7-4F1F-91BE-99459A1E7217}" dt="2026-06-11T00:19:57.591" v="403"/>
        <pc:sldMkLst>
          <pc:docMk/>
          <pc:sldMk cId="3253728438" sldId="272"/>
        </pc:sldMkLst>
        <pc:spChg chg="mod">
          <ac:chgData name="Monodeep" userId="aea7282cf922fa16" providerId="LiveId" clId="{00A7306C-9DA7-4F1F-91BE-99459A1E7217}" dt="2026-06-11T00:19:57.591" v="403"/>
          <ac:spMkLst>
            <pc:docMk/>
            <pc:sldMk cId="3253728438" sldId="272"/>
            <ac:spMk id="2" creationId="{5AEAA384-3052-C484-6812-04491E540C04}"/>
          </ac:spMkLst>
        </pc:spChg>
        <pc:spChg chg="del">
          <ac:chgData name="Monodeep" userId="aea7282cf922fa16" providerId="LiveId" clId="{00A7306C-9DA7-4F1F-91BE-99459A1E7217}" dt="2026-06-11T00:16:59.561" v="364"/>
          <ac:spMkLst>
            <pc:docMk/>
            <pc:sldMk cId="3253728438" sldId="272"/>
            <ac:spMk id="3" creationId="{A3F24F26-626B-5AE5-41E4-73FADC2364AF}"/>
          </ac:spMkLst>
        </pc:spChg>
        <pc:spChg chg="add mod">
          <ac:chgData name="Monodeep" userId="aea7282cf922fa16" providerId="LiveId" clId="{00A7306C-9DA7-4F1F-91BE-99459A1E7217}" dt="2026-06-11T00:18:31.342" v="395" actId="20577"/>
          <ac:spMkLst>
            <pc:docMk/>
            <pc:sldMk cId="3253728438" sldId="272"/>
            <ac:spMk id="4" creationId="{EB6983BC-9B38-E03A-6BD1-EFE1796B9EA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8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07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89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53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12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18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43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804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395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85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34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4290CA9-5BE3-49A5-AE90-2EA944CBA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1D3EA70-4AE6-4F02-876C-33645F8B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31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609A-639E-F3DB-5625-8CA1BC7CD1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Presentation: Diversified Company Metrics</a:t>
            </a:r>
            <a:endParaRPr lang="en-IN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BD4DE-BF2D-8823-967B-E67DB9058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Exploration of distributions, frequencies, and relationships across a mixed corporate dataset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650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25E8B-09C8-2292-847A-0D3BC96D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69065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A7CB3B-6836-57D4-68A1-C170012AE6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5004" y="2042164"/>
            <a:ext cx="11449584" cy="3276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Problem statement: Understand diversity and drivers of business performance across a mixed dataset of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firms to inform growth, risk management, and go-to-market strategies.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and scope: Core numeric metrics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employee_count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annual_revenue_million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profit_margin_percent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founded_year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market_rating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plus categorical fields (industry, country, region). Visual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exploration focused on distributions, category frequencies, and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Objective: Identify how firm size, revenue, profitability, and market position vary by industry/region,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uncover actionable patterns for segmentation and targeted interventions.</a:t>
            </a:r>
          </a:p>
        </p:txBody>
      </p:sp>
    </p:spTree>
    <p:extLst>
      <p:ext uri="{BB962C8B-B14F-4D97-AF65-F5344CB8AC3E}">
        <p14:creationId xmlns:p14="http://schemas.microsoft.com/office/powerpoint/2010/main" val="142496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EF02-64CB-4CC7-28AD-D14F45A4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760" y="142941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AAF04E-F785-71BC-6FE7-75D589A1D6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63717" y="1267414"/>
            <a:ext cx="9797041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of approach: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Descriptive statistics to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summarise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central tendency and dispersion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visualisations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histograms and bar charts to show distributions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Multivariate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visualisations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boxplots and a correlation heatmap to assess relationships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Scatter analysis: industry-by-employee-count vs revenue to inspect size–revenue dynamics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Synthesised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narrative: integrated insights across chart families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Libraries and tools (Python ecosystem):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for data handling and aggregation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numerical operations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 and seaborn for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visualisations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(histograms, boxplots, heatmaps, scatter plots)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scipy.stats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basic statistical measures (z-scores, skewness, kurtosis)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969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9DFD4-6111-4E82-C3A3-14E4409A5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07" y="-642183"/>
            <a:ext cx="11649186" cy="2713772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Snapshot: Core Numerical Metrics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1FA3D7-BF06-4DE2-293B-4D28A624A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7" y="1098210"/>
            <a:ext cx="11541452" cy="377648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3F18C5-00AA-A064-E916-CF18B1E5D4D4}"/>
              </a:ext>
            </a:extLst>
          </p:cNvPr>
          <p:cNvSpPr txBox="1"/>
          <p:nvPr/>
        </p:nvSpPr>
        <p:spPr>
          <a:xfrm>
            <a:off x="725214" y="4944182"/>
            <a:ext cx="110876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around mid-range for size and revenue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variability in profit margins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2000s founding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 spread in customer base and region ratings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186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D946-FB12-18D4-591A-00E09F1B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17" y="248570"/>
            <a:ext cx="11330152" cy="135636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Snapshot: Core Numerical Metrics [continued]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D0E725-DFAD-100C-03D7-9B21CEE74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30" y="1524914"/>
            <a:ext cx="11393739" cy="372815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62D709-F486-7862-1E4C-877766E896D1}"/>
              </a:ext>
            </a:extLst>
          </p:cNvPr>
          <p:cNvSpPr txBox="1"/>
          <p:nvPr/>
        </p:nvSpPr>
        <p:spPr>
          <a:xfrm>
            <a:off x="794582" y="5253070"/>
            <a:ext cx="109664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Clustering around the early 2000s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 heterogeneity in customers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Market ratings broadly mid-to-high, with room for top-tier improvement.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08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2AC0-8B13-27B7-8BC0-12987BC1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43" y="0"/>
            <a:ext cx="11456801" cy="135636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Frequencies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E290D7-4658-84EF-D1E3-361E47291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43" y="1429137"/>
            <a:ext cx="11240713" cy="30419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D6FB5C-2C31-3F04-FD80-1B1918D02BE6}"/>
              </a:ext>
            </a:extLst>
          </p:cNvPr>
          <p:cNvSpPr txBox="1"/>
          <p:nvPr/>
        </p:nvSpPr>
        <p:spPr>
          <a:xfrm>
            <a:off x="800888" y="4874698"/>
            <a:ext cx="108134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industry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Diverse geographic footprint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 America shows higher representation by region.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187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9AC0-31D1-E2F8-E2AE-723907D34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499" y="453605"/>
            <a:ext cx="11540359" cy="70209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Boxplots: Variability and Outliers Across Numerical Metrics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8B876D-36C6-8276-A10D-199564059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977" y="1402372"/>
            <a:ext cx="7582881" cy="500202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C45EE7-3DCA-7467-3857-3CBD9F6D9F19}"/>
              </a:ext>
            </a:extLst>
          </p:cNvPr>
          <p:cNvSpPr txBox="1"/>
          <p:nvPr/>
        </p:nvSpPr>
        <p:spPr>
          <a:xfrm>
            <a:off x="536028" y="1526102"/>
            <a:ext cx="35819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 exist in size and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Profitability is relatively tighter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 variability in customer base and age.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77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3A9F-8607-A1BF-6CC2-554F7E270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87" y="276948"/>
            <a:ext cx="11545088" cy="135636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Heatmap: Linear Relationships Among Metrics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4A77F3-D75E-13ED-6CC8-F70F90A43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965" y="1519795"/>
            <a:ext cx="5797599" cy="48852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FA70E-B5DB-07BD-9B68-E95B7B34625C}"/>
              </a:ext>
            </a:extLst>
          </p:cNvPr>
          <p:cNvSpPr txBox="1"/>
          <p:nvPr/>
        </p:nvSpPr>
        <p:spPr>
          <a:xfrm>
            <a:off x="676341" y="1633308"/>
            <a:ext cx="43181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correlations are modest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linear relationships are not apparent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Self-correlations are perfect by definition.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96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08F2-A9A7-0FFA-7802-6357848A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252" y="-65164"/>
            <a:ext cx="10709354" cy="135636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Industry × Employee Count × Revenue Scatter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07C860-79A9-D1AC-79ED-7791E8291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374" y="1021858"/>
            <a:ext cx="8489909" cy="56251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B9409-E356-492D-A021-7A72A06760A8}"/>
              </a:ext>
            </a:extLst>
          </p:cNvPr>
          <p:cNvSpPr txBox="1"/>
          <p:nvPr/>
        </p:nvSpPr>
        <p:spPr>
          <a:xfrm>
            <a:off x="390985" y="1526102"/>
            <a:ext cx="29386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size–revenue trend with notable industry-specific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industries achieve higher revenue at similar headcounts.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723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8D15-6749-AEEF-CB5C-A6F8C842F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F34B-6BC5-22D4-DCC0-6E330DCF4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373" y="1965960"/>
            <a:ext cx="9872871" cy="40386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Revenue distribution is positively skewed</a:t>
            </a:r>
          </a:p>
          <a:p>
            <a:pPr marL="4572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Large enterprises contribute significantly to total revenue</a:t>
            </a:r>
          </a:p>
          <a:p>
            <a:pPr marL="4572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Technology sector dominates in revenue generation</a:t>
            </a:r>
          </a:p>
          <a:p>
            <a:pPr marL="4572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Retail sector handles the highest customer volumes</a:t>
            </a:r>
          </a:p>
          <a:p>
            <a:pPr marL="4572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Employee count strongly influences company revenue</a:t>
            </a:r>
          </a:p>
          <a:p>
            <a:pPr marL="4572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Outliers represent genuine large-scale companies and were retained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479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EC441-55A9-ACDA-EEF0-D84436C1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12162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&amp; Learning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64CD6F-8E66-FFC2-4DFF-98739455D5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6751" y="990342"/>
            <a:ext cx="10788018" cy="5399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fragmentation across size, revenue, and profitability makes it hard to define a single archetype.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concentration: a few high-revenue firms skew overall patterns, risking overlook of mid/low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 variability exists despite a central tendency, complicating uniform strategy.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Time-static snapshot misses trends like growth, churn, and lifecycle shifts.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 versus performance mismatch: large firms don’t always outperform on profitability.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Choosing meaningful employee-count bands without losing nuance is tricky.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Distinguishing true outliers from data noise is essential for reliable insights.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 and industry drift can mask multivariate drivers if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isolation.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correlations miss important nonlinear interactions (size × industry × region × revenue).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 and tagging inconsistencies can bias results. </a:t>
            </a:r>
          </a:p>
        </p:txBody>
      </p:sp>
    </p:spTree>
    <p:extLst>
      <p:ext uri="{BB962C8B-B14F-4D97-AF65-F5344CB8AC3E}">
        <p14:creationId xmlns:p14="http://schemas.microsoft.com/office/powerpoint/2010/main" val="2626630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1A60B-F974-A003-17DC-B6AFC397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44DCB3-F14F-E182-58F2-59DAF046E3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8310" y="1147208"/>
            <a:ext cx="10018986" cy="49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Overall: Diversified firm portfolio with balanced sizes, mid-range revenues, and solid profits.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Size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employee_count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Mostly mid-size; growth strategies should be size-band-specific.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Revenue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annual_revenue_million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Central cluster with a few high-revenue leaders driving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total revenue.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Profitability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profit_margin_percent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Relatively tight margins, focus on efficiency and pricing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lift them.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 actions: Segment by size, run Pareto on top revenue firms, borrow best practices for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replication.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Cross-check: Explore nonlinear effects (industry/region interactions) for hidden drivers.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Limitation: This is descriptive, no causal conclusions or time trends. </a:t>
            </a:r>
          </a:p>
        </p:txBody>
      </p:sp>
    </p:spTree>
    <p:extLst>
      <p:ext uri="{BB962C8B-B14F-4D97-AF65-F5344CB8AC3E}">
        <p14:creationId xmlns:p14="http://schemas.microsoft.com/office/powerpoint/2010/main" val="467315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384-3052-C484-6812-04491E540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6983BC-9B38-E03A-6BD1-EFE1796B9E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9175" y="1607563"/>
            <a:ext cx="10543978" cy="49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Time-series expansion: add revenue/headcount trends and churn to capture growth lifecycles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Deeper segmentation: develop size-, industry-, and region-specific playbooks plus contract-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value/customer-type dimensions.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analytics: apply nonlinear ML models and interaction terms to uncover hidden drivers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beyond linear correlations.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dashboards: build scenario-based, lightweight decision-support tools for executives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frontline teams.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Governance &amp; benchmarking: establish data quality, tagging standards, risk analytics, and a top-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quartile benchmarking program to guide actions. </a:t>
            </a:r>
          </a:p>
        </p:txBody>
      </p:sp>
    </p:spTree>
    <p:extLst>
      <p:ext uri="{BB962C8B-B14F-4D97-AF65-F5344CB8AC3E}">
        <p14:creationId xmlns:p14="http://schemas.microsoft.com/office/powerpoint/2010/main" val="3253728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674A-8E90-DD74-47B3-AF8F373EB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90918-521E-5F26-4B86-C3D245191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637571"/>
            <a:ext cx="9872871" cy="4038600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1017783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289</TotalTime>
  <Words>822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Corbel</vt:lpstr>
      <vt:lpstr>Basis</vt:lpstr>
      <vt:lpstr>EDA Presentation: Diversified Company Metrics</vt:lpstr>
      <vt:lpstr>Introduction</vt:lpstr>
      <vt:lpstr>Methods</vt:lpstr>
      <vt:lpstr>Distribution Snapshot: Core Numerical Metrics</vt:lpstr>
      <vt:lpstr>Distribution Snapshot: Core Numerical Metrics [continued]</vt:lpstr>
      <vt:lpstr>Categorical Frequencies</vt:lpstr>
      <vt:lpstr>Boxplots: Variability and Outliers Across Numerical Metrics</vt:lpstr>
      <vt:lpstr>Correlation Heatmap: Linear Relationships Among Metrics</vt:lpstr>
      <vt:lpstr>Industry × Employee Count × Revenue Scatter</vt:lpstr>
      <vt:lpstr>Findings</vt:lpstr>
      <vt:lpstr>Challenges &amp; Learning</vt:lpstr>
      <vt:lpstr>Conclusion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Presentation: Diversified Company Metrics</dc:title>
  <dc:creator>Monodeep</dc:creator>
  <cp:lastModifiedBy>Monodeep</cp:lastModifiedBy>
  <cp:revision>1</cp:revision>
  <dcterms:created xsi:type="dcterms:W3CDTF">2026-06-10T19:31:48Z</dcterms:created>
  <dcterms:modified xsi:type="dcterms:W3CDTF">2026-06-11T00:20:59Z</dcterms:modified>
</cp:coreProperties>
</file>